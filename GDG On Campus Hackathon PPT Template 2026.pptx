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6"/>
  </p:notesMasterIdLst>
  <p:sldIdLst>
    <p:sldId id="257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9144000" cy="5143500" type="screen16x9"/>
  <p:notesSz cx="6858000" cy="9144000"/>
  <p:embeddedFontLst>
    <p:embeddedFont>
      <p:font typeface="Google Sans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EE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d07014906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ad07014906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d07014906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ad07014906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d07014906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ad07014906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d07014906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ad07014906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d07014906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ad07014906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07014906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ad07014906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d07014906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3ad07014906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d07014906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3ad07014906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d07014906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ad07014906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d07014906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ad07014906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d07014906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3ad07014906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d07014906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3ad07014906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d07014906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3ad07014906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/>
        </p:nvSpPr>
        <p:spPr>
          <a:xfrm>
            <a:off x="694325" y="3195125"/>
            <a:ext cx="7869600" cy="17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Open Innovation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F22A8D-5421-BBAD-FF99-3ABF22F86317}"/>
              </a:ext>
            </a:extLst>
          </p:cNvPr>
          <p:cNvSpPr/>
          <p:nvPr/>
        </p:nvSpPr>
        <p:spPr>
          <a:xfrm>
            <a:off x="624468" y="237893"/>
            <a:ext cx="2579649" cy="4683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834E4F7-DD06-6BC4-41D9-53370E8C8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7980" y="232085"/>
            <a:ext cx="3501484" cy="47415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5845D2B-2F7B-C535-7F8A-1DE10265EE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046" y="190843"/>
            <a:ext cx="2324797" cy="660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A1BC10-9DAF-5C30-F391-AB4867950B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89" y="1080024"/>
            <a:ext cx="8221222" cy="15813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 b="1" i="0" u="none" strike="noStrike" cap="non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sz="4000" b="1" i="0" u="none" strike="noStrike" cap="non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project (Make a copy of the template)</a:t>
            </a:r>
            <a:endParaRPr sz="150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project/ppt.</a:t>
            </a:r>
            <a:endParaRPr sz="150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ideal size of the presentation should not be more than 10 slides.</a:t>
            </a:r>
            <a:endParaRPr sz="150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sz="150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prototype of the same idea, if required.</a:t>
            </a:r>
            <a:endParaRPr sz="150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may also edit this template in MS PowerPoint, if you are not comfortable working on Google Slides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1" i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Solutions must include at least one Google technology.</a:t>
            </a:r>
            <a:endParaRPr sz="1500" b="1" i="1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963C4-0D5E-4C76-71E2-49F45AAA3BC6}"/>
              </a:ext>
            </a:extLst>
          </p:cNvPr>
          <p:cNvSpPr txBox="1"/>
          <p:nvPr/>
        </p:nvSpPr>
        <p:spPr>
          <a:xfrm>
            <a:off x="271347" y="254984"/>
            <a:ext cx="5058936" cy="56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5E943FF-3646-3F95-F8F8-1740B7776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251B345-1E4D-F986-264A-0E8983831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269" y="47950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B5DC462-689D-85EE-EAE1-8051A0918E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046" y="190843"/>
            <a:ext cx="2324797" cy="66073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D0D0615-6349-06E0-5C94-68EDC0E9C8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1549" y="268351"/>
            <a:ext cx="3749856" cy="5077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4752E12-5375-6681-7E9B-41A021DC00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3542" y="346308"/>
            <a:ext cx="1793768" cy="3516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  Brief about your solution and problem st</a:t>
            </a:r>
            <a:r>
              <a:rPr lang="en-GB" sz="18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atement addressing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3" name="Google Shape;113;p27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F95336F-FD6A-67BB-0E7A-D5E44DAC6A75}"/>
              </a:ext>
            </a:extLst>
          </p:cNvPr>
          <p:cNvSpPr/>
          <p:nvPr/>
        </p:nvSpPr>
        <p:spPr>
          <a:xfrm>
            <a:off x="159800" y="174175"/>
            <a:ext cx="2137351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26D22A3-17C4-9B11-6BBB-F9EEC85CCE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4477" y="152149"/>
            <a:ext cx="2743200" cy="37147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154E7D3-34DE-33EA-C58E-2F617B1C49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5047" y="190843"/>
            <a:ext cx="2289114" cy="6505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lang="en-GB" sz="180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sz="180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lang="en-GB" sz="180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sz="180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9" name="Google Shape;119;p28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B2DA15E-345E-DE5F-04B0-3341FB787502}"/>
              </a:ext>
            </a:extLst>
          </p:cNvPr>
          <p:cNvSpPr/>
          <p:nvPr/>
        </p:nvSpPr>
        <p:spPr>
          <a:xfrm>
            <a:off x="96644" y="174175"/>
            <a:ext cx="2096429" cy="327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808A02A-DD80-BDB9-CD71-B63B94F4D9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8211" y="121185"/>
            <a:ext cx="2743200" cy="37147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FFA79A1-7E7A-13AD-7331-CBF2AB267F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966" y="121185"/>
            <a:ext cx="2324797" cy="6607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5" name="Google Shape;125;p29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0EF3B4F-8729-4601-5EE5-B5EF5529A5E1}"/>
              </a:ext>
            </a:extLst>
          </p:cNvPr>
          <p:cNvSpPr/>
          <p:nvPr/>
        </p:nvSpPr>
        <p:spPr>
          <a:xfrm>
            <a:off x="89210" y="230459"/>
            <a:ext cx="2007219" cy="386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780602-9885-110C-FF16-6BB300F885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54927" y="152149"/>
            <a:ext cx="2743200" cy="37147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752C765-F67D-C964-4EFE-0A287B702B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9800" y="152149"/>
            <a:ext cx="2324797" cy="6607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Google </a:t>
            </a:r>
            <a:r>
              <a:rPr lang="en-GB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sz="12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1" name="Google Shape;131;p30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A5457DE-37D5-C7F3-04FB-C4F36C22E959}"/>
              </a:ext>
            </a:extLst>
          </p:cNvPr>
          <p:cNvSpPr/>
          <p:nvPr/>
        </p:nvSpPr>
        <p:spPr>
          <a:xfrm>
            <a:off x="158825" y="174175"/>
            <a:ext cx="1922736" cy="4131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C7B7807-B87B-69B6-147D-56470D129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9429" y="123561"/>
            <a:ext cx="1809750" cy="5143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3B9BC36-02A4-3FA0-6FF2-E0CA4C93C3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36166" y="266436"/>
            <a:ext cx="2743200" cy="371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7" name="Google Shape;137;p31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69008F5-E1C6-0F40-BFA6-FDCE34DBD994}"/>
              </a:ext>
            </a:extLst>
          </p:cNvPr>
          <p:cNvSpPr/>
          <p:nvPr/>
        </p:nvSpPr>
        <p:spPr>
          <a:xfrm>
            <a:off x="159800" y="66907"/>
            <a:ext cx="1981234" cy="7638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A5C4EBF-91C2-5384-525D-224C992503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272" y="174175"/>
            <a:ext cx="1809750" cy="5143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ED4A9DA-C7A4-6BD7-DC10-2CA91A1342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7528" y="174175"/>
            <a:ext cx="2743200" cy="371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3" name="Google Shape;143;p32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6959A28-82AB-76AF-CC3D-CA9AF781A7E4}"/>
              </a:ext>
            </a:extLst>
          </p:cNvPr>
          <p:cNvSpPr/>
          <p:nvPr/>
        </p:nvSpPr>
        <p:spPr>
          <a:xfrm>
            <a:off x="207700" y="118946"/>
            <a:ext cx="1826526" cy="5203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9F4CEF2-4BE8-EA9D-4F1C-894CD3EC3E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969" y="244425"/>
            <a:ext cx="1809750" cy="5143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9A159A3-9C8C-D9E9-C41F-5232C68FAD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5443" y="216201"/>
            <a:ext cx="2743200" cy="371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A7E9F88-2D27-4165-0303-24D153C577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046" y="190843"/>
            <a:ext cx="2324797" cy="66073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D6CC7B2-F43A-D368-314D-5F8C4F48E7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4927" y="152149"/>
            <a:ext cx="2743200" cy="371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4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Screenshots of </a:t>
            </a: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MVP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161DF3B-FF5F-8D08-19DF-7B0657E9F6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046" y="190843"/>
            <a:ext cx="2324797" cy="66073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2D6C878-BB14-405C-4FD2-FF0B0ACE89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4927" y="152149"/>
            <a:ext cx="2743200" cy="371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5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59CD5D1-141D-3333-C84A-DEB6ACB8D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950" y="121168"/>
            <a:ext cx="2324797" cy="66073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7917EC2-7022-BAEC-EAED-7AAD9EFB3A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4927" y="167389"/>
            <a:ext cx="2743200" cy="371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lang="en-GB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lang="en-GB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lang="en-GB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93A01DC-FDC2-8F08-3FB0-E34B02900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200" y="182268"/>
            <a:ext cx="2324797" cy="66073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F2B8BFD-D1C8-C379-F9D4-D78F76B49B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4927" y="152149"/>
            <a:ext cx="2743200" cy="3714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78" name="Google Shape;178;p3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79" name="Google Shape;179;p38" title="tq slide techspri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8"/>
          <p:cNvSpPr txBox="1"/>
          <p:nvPr/>
        </p:nvSpPr>
        <p:spPr>
          <a:xfrm>
            <a:off x="343275" y="3962950"/>
            <a:ext cx="37128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900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Thank you!</a:t>
            </a:r>
            <a:endParaRPr sz="45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287DA0-C926-BB77-5916-FEE53275F151}"/>
              </a:ext>
            </a:extLst>
          </p:cNvPr>
          <p:cNvSpPr/>
          <p:nvPr/>
        </p:nvSpPr>
        <p:spPr>
          <a:xfrm>
            <a:off x="401444" y="1033346"/>
            <a:ext cx="2862146" cy="609600"/>
          </a:xfrm>
          <a:prstGeom prst="rect">
            <a:avLst/>
          </a:prstGeom>
          <a:solidFill>
            <a:srgbClr val="B8EEF8"/>
          </a:solidFill>
          <a:ln>
            <a:solidFill>
              <a:srgbClr val="B8EE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231</Words>
  <Application>Microsoft Office PowerPoint</Application>
  <PresentationFormat>On-screen Show (16:9)</PresentationFormat>
  <Paragraphs>30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 A B I T H A</dc:creator>
  <cp:lastModifiedBy>P A B I T H A</cp:lastModifiedBy>
  <cp:revision>2</cp:revision>
  <dcterms:modified xsi:type="dcterms:W3CDTF">2025-12-27T03:23:26Z</dcterms:modified>
</cp:coreProperties>
</file>